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AgentMesh: An Autonomous Multi-Agent AI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Autonomous Debugging and CI/CD Assistant</a:t>
            </a:r>
          </a:p>
          <a:p>
            <a:r>
              <a:t>Presented By: [Your Name]</a:t>
            </a:r>
          </a:p>
          <a:p>
            <a:r>
              <a:t>Final Year Intern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&amp; 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AgentMesh is a reusable autonomous debugging and CI/CD assistant.</a:t>
            </a:r>
          </a:p>
          <a:p>
            <a:r>
              <a:t>Coordinates specialized AI agents to debug issues, propose fixes, and prepare deployments.</a:t>
            </a:r>
          </a:p>
          <a:p>
            <a:r>
              <a:t>Bridges the gap between 'code with bugs' and 'live products'.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Manual Debugging: Time-consuming and error-prone.</a:t>
            </a:r>
          </a:p>
          <a:p>
            <a:r>
              <a:t>Deployment Risks: Manual fixes lack proper risk assessment.</a:t>
            </a:r>
          </a:p>
          <a:p>
            <a:r>
              <a:t>Workflow Fragmentation: Debug -&gt; Fix -&gt; Test -&gt; Deploy involves too many manual steps.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Automate classification of build and runtime failures.</a:t>
            </a:r>
          </a:p>
          <a:p>
            <a:r>
              <a:t>Use LLMs for safe, minimal-risk code repairs.</a:t>
            </a:r>
          </a:p>
          <a:p>
            <a:r>
              <a:t>Streamline path to production (Vercel/Render).</a:t>
            </a:r>
          </a:p>
          <a:p>
            <a:r>
              <a:t>Unified dashboard for monitoring lifecycles.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Backend: Python, FastAPI</a:t>
            </a:r>
          </a:p>
          <a:p>
            <a:r>
              <a:t>AI Engine: Google Gemini 1.5 Flash</a:t>
            </a:r>
          </a:p>
          <a:p>
            <a:r>
              <a:t>Frontend: React.js, Vite (Glassmorphism UI)</a:t>
            </a:r>
          </a:p>
          <a:p>
            <a:r>
              <a:t>Storage: Firebase Firestore &amp; In-memory Fallback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Orchestrator: ManagerAgent</a:t>
            </a:r>
          </a:p>
          <a:p>
            <a:r>
              <a:t>Agents: DebugAgent, FixAgent, TestAgent, DeployAgent, VerdictAgent</a:t>
            </a:r>
          </a:p>
          <a:p>
            <a:r>
              <a:t>Communication: Multi-agent coordination for automated tasks.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Workflow &amp;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Input: Repo URL &amp; Failure Log</a:t>
            </a:r>
          </a:p>
          <a:p>
            <a:r>
              <a:t>2. Analysis: Chain of Thought reasoning</a:t>
            </a:r>
          </a:p>
          <a:p>
            <a:r>
              <a:t>3. Propose: Repair plan &amp; Risk validation</a:t>
            </a:r>
          </a:p>
          <a:p>
            <a:r>
              <a:t>4. Execute: Deployment links &amp; PR commands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AI-Driven Risk Prediction</a:t>
            </a:r>
          </a:p>
          <a:p>
            <a:r>
              <a:t>Real-time Dashboard monitoring</a:t>
            </a:r>
          </a:p>
          <a:p>
            <a:r>
              <a:t>Autonomous PR Generation</a:t>
            </a:r>
          </a:p>
          <a:p>
            <a:r>
              <a:t>Cross-Platform Support (Vercel/Render)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Results: Standardized reports &amp; reduced fix time.</a:t>
            </a:r>
          </a:p>
          <a:p>
            <a:r>
              <a:t>Future: Docker/K8s integration, multi-LLM support.</a:t>
            </a:r>
          </a:p>
          <a:p>
            <a:r>
              <a:t>Advanced ML risk models.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AgentMesh automates complex CI/CD tasks.</a:t>
            </a:r>
          </a:p>
          <a:p>
            <a:r>
              <a:t>Allows developers to focus on features, not environment debugging.</a:t>
            </a:r>
          </a:p>
          <a:p>
            <a:r>
              <a:t>The future of DevOps is Agentic.</a:t>
            </a:r>
          </a:p>
          <a:p>
            <a:r>
              <a:t>Thank You!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